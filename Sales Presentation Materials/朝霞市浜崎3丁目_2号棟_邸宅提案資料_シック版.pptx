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5625903ff64741" /><Relationship Type="http://schemas.openxmlformats.org/officeDocument/2006/relationships/extended-properties" Target="/docProps/app.xml" Id="Rf82199c39d4a4618" /><Relationship Type="http://schemas.openxmlformats.org/officeDocument/2006/relationships/officeDocument" Target="/ppt/presentation.xml" Id="Rb74f26a46b5446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dd33938b934e30"/>
  </p:sldMasterIdLst>
  <p:notesMasterIdLst>
    <p:notesMasterId xmlns:r="http://schemas.openxmlformats.org/officeDocument/2006/relationships" r:id="R946757baf36649a4"/>
  </p:notesMasterIdLst>
  <p:sldIdLst>
    <p:sldId xmlns:r="http://schemas.openxmlformats.org/officeDocument/2006/relationships" id="256" r:id="R1ceb27591ba14010"/>
    <p:sldId xmlns:r="http://schemas.openxmlformats.org/officeDocument/2006/relationships" id="257" r:id="R72af3b4dee8f45eb"/>
    <p:sldId xmlns:r="http://schemas.openxmlformats.org/officeDocument/2006/relationships" id="258" r:id="R59ba6e3fd5e84512"/>
    <p:sldId xmlns:r="http://schemas.openxmlformats.org/officeDocument/2006/relationships" id="259" r:id="Rf6958d82f98e4649"/>
    <p:sldId xmlns:r="http://schemas.openxmlformats.org/officeDocument/2006/relationships" id="260" r:id="R64efac1df2524bfa"/>
    <p:sldId xmlns:r="http://schemas.openxmlformats.org/officeDocument/2006/relationships" id="261" r:id="R075aaca1ddab4ca5"/>
    <p:sldId xmlns:r="http://schemas.openxmlformats.org/officeDocument/2006/relationships" id="262" r:id="R5dfba87b81b14b88"/>
    <p:sldId xmlns:r="http://schemas.openxmlformats.org/officeDocument/2006/relationships" id="263" r:id="Ra2a628ae885d463c"/>
    <p:sldId xmlns:r="http://schemas.openxmlformats.org/officeDocument/2006/relationships" id="264" r:id="Rc157ca59e6154174"/>
    <p:sldId xmlns:r="http://schemas.openxmlformats.org/officeDocument/2006/relationships" id="265" r:id="Rbd10ff623fca4a03"/>
    <p:sldId xmlns:r="http://schemas.openxmlformats.org/officeDocument/2006/relationships" id="266" r:id="R3938b9b7e6664c8f"/>
    <p:sldId xmlns:r="http://schemas.openxmlformats.org/officeDocument/2006/relationships" id="267" r:id="R3c9a41e7352247f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0a97f308984272" /><Relationship Type="http://schemas.openxmlformats.org/officeDocument/2006/relationships/slideMaster" Target="/ppt/slideMasters/slideMaster1.xml" Id="R6add33938b934e30" /><Relationship Type="http://schemas.openxmlformats.org/officeDocument/2006/relationships/notesMaster" Target="/ppt/notesMasters/notesMaster1.xml" Id="R946757baf36649a4" /><Relationship Type="http://schemas.openxmlformats.org/officeDocument/2006/relationships/presProps" Target="/ppt/presProps.xml" Id="R3831046c060a4546" /><Relationship Type="http://schemas.openxmlformats.org/officeDocument/2006/relationships/tableStyles" Target="/ppt/tableStyles.xml" Id="R94db1fb4730f4973" /><Relationship Type="http://schemas.openxmlformats.org/officeDocument/2006/relationships/slide" Target="/ppt/slides/slide1.xml" Id="R1ceb27591ba14010" /><Relationship Type="http://schemas.openxmlformats.org/officeDocument/2006/relationships/slide" Target="/ppt/slides/slide2.xml" Id="R72af3b4dee8f45eb" /><Relationship Type="http://schemas.openxmlformats.org/officeDocument/2006/relationships/slide" Target="/ppt/slides/slide3.xml" Id="R59ba6e3fd5e84512" /><Relationship Type="http://schemas.openxmlformats.org/officeDocument/2006/relationships/slide" Target="/ppt/slides/slide4.xml" Id="Rf6958d82f98e4649" /><Relationship Type="http://schemas.openxmlformats.org/officeDocument/2006/relationships/slide" Target="/ppt/slides/slide5.xml" Id="R64efac1df2524bfa" /><Relationship Type="http://schemas.openxmlformats.org/officeDocument/2006/relationships/slide" Target="/ppt/slides/slide6.xml" Id="R075aaca1ddab4ca5" /><Relationship Type="http://schemas.openxmlformats.org/officeDocument/2006/relationships/slide" Target="/ppt/slides/slide7.xml" Id="R5dfba87b81b14b88" /><Relationship Type="http://schemas.openxmlformats.org/officeDocument/2006/relationships/slide" Target="/ppt/slides/slide8.xml" Id="Ra2a628ae885d463c" /><Relationship Type="http://schemas.openxmlformats.org/officeDocument/2006/relationships/slide" Target="/ppt/slides/slide9.xml" Id="Rc157ca59e6154174" /><Relationship Type="http://schemas.openxmlformats.org/officeDocument/2006/relationships/slide" Target="/ppt/slides/slide10.xml" Id="Rbd10ff623fca4a03" /><Relationship Type="http://schemas.openxmlformats.org/officeDocument/2006/relationships/slide" Target="/ppt/slides/slide11.xml" Id="R3938b9b7e6664c8f" /><Relationship Type="http://schemas.openxmlformats.org/officeDocument/2006/relationships/slide" Target="/ppt/slides/slide12.xml" Id="R3c9a41e7352247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fdbd07315e47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66c43da77b4529" /><Relationship Type="http://schemas.openxmlformats.org/officeDocument/2006/relationships/notesMaster" Target="/ppt/notesMasters/notesMaster1.xml" Id="Re1730fd67f884f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62666223ae4d33" /><Relationship Type="http://schemas.openxmlformats.org/officeDocument/2006/relationships/notesMaster" Target="/ppt/notesMasters/notesMaster1.xml" Id="R75c93c5bf8aa4e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54586822bf4b87" /><Relationship Type="http://schemas.openxmlformats.org/officeDocument/2006/relationships/notesMaster" Target="/ppt/notesMasters/notesMaster1.xml" Id="R99a69704d4074f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5950b04a74c7e" /><Relationship Type="http://schemas.openxmlformats.org/officeDocument/2006/relationships/notesMaster" Target="/ppt/notesMasters/notesMaster1.xml" Id="R2701a7bde08545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9fc0e1512d4ef2" /><Relationship Type="http://schemas.openxmlformats.org/officeDocument/2006/relationships/notesMaster" Target="/ppt/notesMasters/notesMaster1.xml" Id="R9c81dcdf44c24c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6d343538ae4ea4" /><Relationship Type="http://schemas.openxmlformats.org/officeDocument/2006/relationships/notesMaster" Target="/ppt/notesMasters/notesMaster1.xml" Id="Ra626bc7964e94c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de8c1391104607" /><Relationship Type="http://schemas.openxmlformats.org/officeDocument/2006/relationships/notesMaster" Target="/ppt/notesMasters/notesMaster1.xml" Id="R095332c464c448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91a4edf47c4549" /><Relationship Type="http://schemas.openxmlformats.org/officeDocument/2006/relationships/notesMaster" Target="/ppt/notesMasters/notesMaster1.xml" Id="R5cfec99678c54d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da373e8fc047e8" /><Relationship Type="http://schemas.openxmlformats.org/officeDocument/2006/relationships/notesMaster" Target="/ppt/notesMasters/notesMaster1.xml" Id="R41995efbf9ef4c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bd0571df0a4246" /><Relationship Type="http://schemas.openxmlformats.org/officeDocument/2006/relationships/notesMaster" Target="/ppt/notesMasters/notesMaster1.xml" Id="Rb7e5f25d8fd140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0e1133f8b44ec5" /><Relationship Type="http://schemas.openxmlformats.org/officeDocument/2006/relationships/notesMaster" Target="/ppt/notesMasters/notesMaster1.xml" Id="Re8653529eb0d48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1188d9d8a44d41" /><Relationship Type="http://schemas.openxmlformats.org/officeDocument/2006/relationships/notesMaster" Target="/ppt/notesMasters/notesMaster1.xml" Id="R1c1161d9cd1d48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cfc994f7c46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af02b9368344dc" /><Relationship Type="http://schemas.openxmlformats.org/officeDocument/2006/relationships/slideLayout" Target="/ppt/slideLayouts/slideLayout1.xml" Id="R97c9cc3486a04c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c9cc3486a04c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1b039d41c4569" /><Relationship Type="http://schemas.openxmlformats.org/officeDocument/2006/relationships/image" Target="/ppt/media/image.png" Id="Rfe5de695211441a4" /><Relationship Type="http://schemas.openxmlformats.org/officeDocument/2006/relationships/notesSlide" Target="/ppt/notesSlides/notesSlide1.xml" Id="Re6f38fcdb2424e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59d69b02c49a2" /><Relationship Type="http://schemas.openxmlformats.org/officeDocument/2006/relationships/notesSlide" Target="/ppt/notesSlides/notesSlide2.xml" Id="Rd5c0b078438a45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5dbb056064d9b" /><Relationship Type="http://schemas.openxmlformats.org/officeDocument/2006/relationships/image" Target="/ppt/media/image2.png" Id="R9cba98e9da2349c1" /><Relationship Type="http://schemas.openxmlformats.org/officeDocument/2006/relationships/notesSlide" Target="/ppt/notesSlides/notesSlide3.xml" Id="Ref8fce8920ff48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c608cdf8c4db2" /><Relationship Type="http://schemas.openxmlformats.org/officeDocument/2006/relationships/image" Target="/ppt/media/image3.png" Id="Rafbb318799074475" /><Relationship Type="http://schemas.openxmlformats.org/officeDocument/2006/relationships/notesSlide" Target="/ppt/notesSlides/notesSlide4.xml" Id="R18df1bb02a134b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028bb51854216" /><Relationship Type="http://schemas.openxmlformats.org/officeDocument/2006/relationships/image" Target="/ppt/media/image.jpeg" Id="R44d58e63645d456c" /><Relationship Type="http://schemas.openxmlformats.org/officeDocument/2006/relationships/notesSlide" Target="/ppt/notesSlides/notesSlide5.xml" Id="R0950641a711f40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ab07c18ac49b3" /><Relationship Type="http://schemas.openxmlformats.org/officeDocument/2006/relationships/image" Target="/ppt/media/image2.jpeg" Id="R824e233a69424c97" /><Relationship Type="http://schemas.openxmlformats.org/officeDocument/2006/relationships/notesSlide" Target="/ppt/notesSlides/notesSlide6.xml" Id="R6b4b4eeca35a40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8e41ff1fc4c48" /><Relationship Type="http://schemas.openxmlformats.org/officeDocument/2006/relationships/image" Target="/ppt/media/image3.jpeg" Id="Re0d7f6d69f0c4749" /><Relationship Type="http://schemas.openxmlformats.org/officeDocument/2006/relationships/notesSlide" Target="/ppt/notesSlides/notesSlide7.xml" Id="Rc4060008620f48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ac3c26e7c47e1" /><Relationship Type="http://schemas.openxmlformats.org/officeDocument/2006/relationships/image" Target="/ppt/media/image4.jpeg" Id="R52d63b3fbd6a4d76" /><Relationship Type="http://schemas.openxmlformats.org/officeDocument/2006/relationships/image" Target="/ppt/media/image5.jpeg" Id="R8008638412ae414b" /><Relationship Type="http://schemas.openxmlformats.org/officeDocument/2006/relationships/notesSlide" Target="/ppt/notesSlides/notesSlide8.xml" Id="R6b7b973553fb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fd95dd37447f4" /><Relationship Type="http://schemas.openxmlformats.org/officeDocument/2006/relationships/image" Target="/ppt/media/image6.jpeg" Id="Rc5f155a344654cb9" /><Relationship Type="http://schemas.openxmlformats.org/officeDocument/2006/relationships/image" Target="/ppt/media/image7.jpeg" Id="R15f312b657bf4838" /><Relationship Type="http://schemas.openxmlformats.org/officeDocument/2006/relationships/notesSlide" Target="/ppt/notesSlides/notesSlide9.xml" Id="R3b42306e61a748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47a49ddf44194" /><Relationship Type="http://schemas.openxmlformats.org/officeDocument/2006/relationships/notesSlide" Target="/ppt/notesSlides/notesSlide10.xml" Id="R2fcd7350306f4a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f6ab7d9ce450d" /><Relationship Type="http://schemas.openxmlformats.org/officeDocument/2006/relationships/notesSlide" Target="/ppt/notesSlides/notesSlide11.xml" Id="R9013c9a938e243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653384d7c454d" /><Relationship Type="http://schemas.openxmlformats.org/officeDocument/2006/relationships/notesSlide" Target="/ppt/notesSlides/notesSlide12.xml" Id="R752b8bec3daa4d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de695211441a4"/>
          <a:srcRect xmlns:a="http://schemas.openxmlformats.org/drawingml/2006/main" l="20101" t="0" r="20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5375" y="0"/>
            <a:ext cx="72866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3A239-189E-46DA-AAFE-2FA1FE1A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905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2BA91-A22F-4535-A375-89F9ECEE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0"/>
            <a:ext cx="1809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5ADF6-79A2-4FD0-946C-EAF1540D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PRIVATE RESIDENCE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D60F9-6470-4A16-9AA2-3A4965A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4762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朝霞市浜崎三丁目</a:t>
            </a:r>
          </a:p>
          <a:p xmlns:a="http://schemas.openxmlformats.org/drawingml/2006/main">
            <a:pPr algn="l">
              <a:defRPr sz="39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二号棟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65B18-54D2-493E-8ABA-5328ABD4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4238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5E0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5E0D7"/>
                </a:solidFill>
                <a:latin typeface="Arial Unicode MS"/>
                <a:ea typeface="Arial Unicode MS"/>
                <a:cs typeface="Arial Unicode MS"/>
              </a:rPr>
              <a:t>都市の利便と、静かな家時間。</a:t>
            </a:r>
          </a:p>
          <a:p xmlns:a="http://schemas.openxmlformats.org/drawingml/2006/main">
            <a:pPr algn="l">
              <a:defRPr sz="1725" b="0">
                <a:solidFill>
                  <a:srgbClr val="E5E0D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E5E0D7"/>
                </a:solidFill>
                <a:latin typeface="Arial Unicode MS"/>
                <a:ea typeface="Arial Unicode MS"/>
                <a:cs typeface="Arial Unicode MS"/>
              </a:rPr>
              <a:t>三層に整えた、端正な住まい。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ACE5D-D8B5-4F64-B480-586D59A1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05375"/>
            <a:ext cx="381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F7D44-A62A-49A4-AC8F-29593ABB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NEW HOME PRESENTATION  /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6C542-257F-4223-9566-4AC0B6BF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770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完成イメージ</a:t>
            </a:r>
          </a:p>
        </p:txBody>
      </p:sp>
    </p:spTree>
    <p:extLst>
      <p:ext uri="{BB962C8B-B14F-4D97-AF65-F5344CB8AC3E}">
        <p14:creationId xmlns:p14="http://schemas.microsoft.com/office/powerpoint/2010/main" val="14030321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8547BE-4300-4238-8DC1-097A0430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THREE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326E7-CA58-4470-A96D-D1032702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この家の魅力、3点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9EB9E5-926F-4760-AAE1-BB205460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5B0C7-D633-4751-9282-C8AF2155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4B5AB-F282-4732-AA23-3995BC4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C14EF-3647-42D2-8686-A282F52B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4DCC5C-BE0D-49FA-BC98-9669641B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860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8AAF4-C13B-4F4E-8CE5-500E1B61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193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17帖の2階LDK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5C153-E76B-4D9B-B690-4CFAAFBB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00425"/>
            <a:ext cx="323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視線の抜けと採光を得やすい2階に、料理・食事・団らんをひとつに集約。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416D7-A029-485A-9D87-308F862C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78CA65-0B3E-4400-8D5B-1514FA20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860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A4363-75A3-4E1B-AA3D-FCC4AAAC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193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収納を受け止める1階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039AF-FF9B-4F02-8C31-51AEB27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00425"/>
            <a:ext cx="323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6帖納戸、玄関収納、階段下収納。外で使う物も、日用品も整理しやすく。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98EC2-C232-4E36-859B-B12AE6DE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1A1B0-0E94-468E-A863-031CCE62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860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EB2FB-99E4-46A3-8E82-A132EAD0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193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三層を使い分ける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47CA88-875D-4FF5-AE95-E1DF5F60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0425"/>
            <a:ext cx="323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1階は帰宅、2階は家族、3階は休息。生活の場面が自然に切り替わります。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9F2EE-EF1E-4A3D-9C3D-12873FB3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BUILT-IN GARAGE  /  3 STOREYS  /  2F FAMILY LIVING</a:t>
            </a:r>
          </a:p>
        </p:txBody>
      </p:sp>
    </p:spTree>
    <p:extLst>
      <p:ext uri="{BB962C8B-B14F-4D97-AF65-F5344CB8AC3E}">
        <p14:creationId xmlns:p14="http://schemas.microsoft.com/office/powerpoint/2010/main" val="213310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a98e9da2349c1"/>
          <a:srcRect xmlns:a="http://schemas.openxmlformats.org/drawingml/2006/main" l="16779" t="0" r="167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8096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8F7E3-B38D-4B5A-B38C-EC34EF95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694E7-5293-4F73-A6BC-CFA28E88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EXTERIOR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E535E-EE6C-44DD-A6C0-A3FC38C3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573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陰影で魅せる、</a:t>
            </a:r>
          </a:p>
          <a:p xmlns:a="http://schemas.openxmlformats.org/drawingml/2006/main">
            <a:pPr algn="l">
              <a:defRPr sz="28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グレーの立面。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1E8F3-B9B1-4738-B06D-C2A4748E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リープMGグレーを軸に、白と木目を控えめに重ねた外装。ブラックのサッシと屋根が輪郭を整えます。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C27CE-67AE-4559-BB65-0DD32C31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257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1516A-3E3D-40A1-A971-3CC0D7B6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54B10-186A-4B4F-9AC3-6B6CF538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196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リープMGグレー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22AE2-F159-494B-BAE7-75EB31E3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ACCENT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2AFAA-A788-4BD7-9ADF-F151D923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8958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ヴィンテージウッド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65F1C-E934-48B2-999B-0B07F20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1912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※図面・仕様を基に作成した完成イメージ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2D01E-1930-4173-9DA6-FC9EE5D7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24E95-2C5E-42A3-B4CF-8F40B02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97545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b318799074475"/>
          <a:srcRect xmlns:a="http://schemas.openxmlformats.org/drawingml/2006/main" l="16779" t="0" r="167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5750" y="0"/>
            <a:ext cx="8096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20F74-2B64-4B50-964B-AEB5D896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D6C39-A2C6-49BC-810B-C94A295B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1428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57CA9-E5C0-4C17-BDEE-308FE1B3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SECOND FLOOR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BAFF2-25E3-42F5-AE3B-21731E95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17帖。</a:t>
            </a:r>
          </a:p>
          <a:p xmlns:a="http://schemas.openxmlformats.org/drawingml/2006/main">
            <a:pPr algn="l">
              <a:defRPr sz="31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家族の時間を</a:t>
            </a:r>
          </a:p>
          <a:p xmlns:a="http://schemas.openxmlformats.org/drawingml/2006/main">
            <a:pPr algn="l">
              <a:defRPr sz="31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明るくつなぐ。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7E4EB-5772-487D-9ACF-CCB6A887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フラット対面キッチンを中心に、リビング・ダイニングと水まわりを同じ階へ。家事の移動を短く整えます。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FDDC8-92F6-454E-A2CC-4029199C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0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17.0 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2FDFD-4FBE-4AF5-B670-1EF98625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10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LIVING / DINING / KITCHEN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EEC44-2CD2-4C0F-B15A-9B4F67C5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C0D21-3179-4056-BC76-27A20E1A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59898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1A6B1-D230-4317-A416-4219AF9A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FLOOR PLAN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A65EE-4CE1-4A67-BBD3-03F5C13A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1階｜収納と帰宅動線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BD7E9-FCF3-408D-837E-840F9FC9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E8D89-CF25-42B4-A4B8-851A36E5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ED784-48E9-4BAC-8602-9CF98A5B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58e63645d456c"/>
          <a:stretch xmlns:a="http://schemas.openxmlformats.org/drawingml/2006/main"/>
        </p:blipFill>
        <p:spPr>
          <a:xfrm xmlns:a="http://schemas.openxmlformats.org/drawingml/2006/main">
            <a:off x="535150" y="1476375"/>
            <a:ext cx="6530649" cy="4619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44A8C0-3BF4-4730-9141-1476D931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FD742-93B1-45F6-B6E4-65421182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32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B55D6-DBC4-4498-B7EC-24CB348B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33E4D-95E3-424F-9436-81D46BDC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38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FD344-658B-4E8D-9A25-AB8444C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29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DDE36-4A86-4C77-A6C8-C1D22CB2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767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9D14E-FFE8-4C56-A86B-5F0389A1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01  6帖納戸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332ED-F5B4-46E5-B2D1-600D8625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季節物や趣味用品まで受け止める、独立した収納空間。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BCCFA-01BA-44B9-BD0F-DC0CADCC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02  帰宅動線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0373C-200E-4681-98C9-48916B0D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ガレージから玄関、収納、階段へ。持ち物を整理して上階へ。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5E6CF-0FCC-4DDB-AAA4-1994F5C8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03  階段下収納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7C677-78A7-49F4-ADD8-E36F0B3E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672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日用品や掃除道具の定位置を確保。生活空間へ物を持ち込みにくく。</a:t>
            </a:r>
          </a:p>
        </p:txBody>
      </p:sp>
    </p:spTree>
    <p:extLst>
      <p:ext uri="{BB962C8B-B14F-4D97-AF65-F5344CB8AC3E}">
        <p14:creationId xmlns:p14="http://schemas.microsoft.com/office/powerpoint/2010/main" val="2789359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C387D-DAF3-41F5-9773-8BA2541A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FLOOR PLAN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5867A-1C91-4E88-97F2-AD3328E8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2階｜採光と家事動線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D910A-B5C0-4CB0-B095-A0D114C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9A811-9C7B-472A-B55D-EEF9829B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2EE29-B69A-4084-8387-A371C320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e233a69424c97"/>
          <a:stretch xmlns:a="http://schemas.openxmlformats.org/drawingml/2006/main"/>
        </p:blipFill>
        <p:spPr>
          <a:xfrm xmlns:a="http://schemas.openxmlformats.org/drawingml/2006/main">
            <a:off x="535150" y="1476375"/>
            <a:ext cx="6530649" cy="4619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31281-006F-473A-8F54-A62CF346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381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B3B43-A428-4781-A0AC-A79D2A10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288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8464F-607D-425D-AD1C-D5992C16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909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2C756-064F-4BC3-9B2F-DB8FBF0D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A787B-0BD6-4F32-9653-A6CAC356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BF4B7-5DB5-4AB9-B33D-6F101007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33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2818B-E87F-4AD6-BDB7-91EB867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01  採光の中心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22E3B-9E2D-4A13-B16B-17B884DA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バルコニー側の開口からLDKへ光を取り込む計画。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41EAD-2716-4D36-A26B-452F6929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02  家事を一層で完結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806F4-7F42-4ADB-B5AF-AB0DA6C6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キッチン、洗面、浴室を同じ階にまとめ、上下移動を抑制。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875C6-378A-4F01-8250-90C2EBCE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03  フラット対面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C9924-09F7-49E3-A8C7-5AA7836E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672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料理中もリビング・ダイニングを見渡しやすい配置。</a:t>
            </a:r>
          </a:p>
        </p:txBody>
      </p:sp>
    </p:spTree>
    <p:extLst>
      <p:ext uri="{BB962C8B-B14F-4D97-AF65-F5344CB8AC3E}">
        <p14:creationId xmlns:p14="http://schemas.microsoft.com/office/powerpoint/2010/main" val="5636567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395AF-83D9-436D-B89B-9BBA5B2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FLOOR PLAN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B7C99-1F40-4A30-B03D-A42F8107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3階｜個室・収納・光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C42FC-8A32-4BC3-AF38-BE3D920E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FA0E7-9891-45C4-91B9-E7E1CDDE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EDC0D-2592-47DD-9103-30ED6C77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7f6d69f0c4749"/>
          <a:stretch xmlns:a="http://schemas.openxmlformats.org/drawingml/2006/main"/>
        </p:blipFill>
        <p:spPr>
          <a:xfrm xmlns:a="http://schemas.openxmlformats.org/drawingml/2006/main">
            <a:off x="535150" y="1476375"/>
            <a:ext cx="6530649" cy="4619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A59DB-626B-4B61-95D7-C38FEAF2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43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E39CC-0FA4-4193-944C-57885709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908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562CF-08B4-443F-8468-2D5AB6D9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A0E90-1A78-4D24-ABCE-B22F6189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F4F83-4C2C-4593-8420-D868330A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00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4C8F4-3476-420E-87DA-EF36B74B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48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81816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C7351-FB36-46BD-B166-08DDB501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00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01  3つの個室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1BE07-8C9A-4DBA-800B-DF854387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145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6帖・5帖・4.5帖。家族それぞれの時間を確保。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65FF6-3ECE-4321-AE51-DFE4B873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02  各室収納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729C3-C8D1-4BCC-9154-45437AE9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居室ごとに収納を設け、床面をすっきり使いやすく。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AE9AE-96F0-4EC0-8F92-EB4F9F29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52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03  2面バルコニー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6392B-0916-4C69-A06D-251A1445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6727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外への抜けを複数方向に設け、採光と通風に配慮。</a:t>
            </a:r>
          </a:p>
        </p:txBody>
      </p:sp>
    </p:spTree>
    <p:extLst>
      <p:ext uri="{BB962C8B-B14F-4D97-AF65-F5344CB8AC3E}">
        <p14:creationId xmlns:p14="http://schemas.microsoft.com/office/powerpoint/2010/main" val="935693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6E63E1-7BC3-492D-B5AB-A5C66DE0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EQUIPMENT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DB944-DB72-4278-8D6B-7971E87D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キッチンと浴室を、写真で確かめる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C44F2-C012-4AA0-9750-CD89030E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FE5F3-DA9E-4DAF-A21C-C3D9DB4C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6A201-45A2-4286-AC27-88FBB955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63b3fbd6a4d76"/>
          <a:stretch xmlns:a="http://schemas.openxmlformats.org/drawingml/2006/main"/>
        </p:blipFill>
        <p:spPr>
          <a:xfrm xmlns:a="http://schemas.openxmlformats.org/drawingml/2006/main">
            <a:off x="795770" y="1543050"/>
            <a:ext cx="4675909" cy="31432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8638412ae414b"/>
          <a:srcRect xmlns:a="http://schemas.openxmlformats.org/drawingml/2006/main" l="1375" t="0" r="13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543050"/>
            <a:ext cx="542925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C5F2F-3888-4E6D-8AF1-A988E6CC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KITCHEN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3093A-C1F4-43FA-8560-4F46285F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クリナップ KT｜フラット対面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EF6C3-548E-451A-936D-CA4BE63F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ダークウッド扉 × ライトグレー天板（仕様書記載）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E6728-6165-40E9-957A-113D8BF8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BATHROOM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2910D-5851-4FDD-8D7D-2FD650D4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TOTO サザナ｜1616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72FCF-BAF5-4E9F-BE34-82A068A0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81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浴室換気暖房乾燥機・追焚き・ランドリーパイプ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B9EB8-1563-47CE-876B-3D7FA94C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※キッチン画像はクリナップ公式のフラット対面レイアウト参考。実際の商品・色柄は仕様書および現物サンプルを優先します。</a:t>
            </a:r>
          </a:p>
        </p:txBody>
      </p:sp>
    </p:spTree>
    <p:extLst>
      <p:ext uri="{BB962C8B-B14F-4D97-AF65-F5344CB8AC3E}">
        <p14:creationId xmlns:p14="http://schemas.microsoft.com/office/powerpoint/2010/main" val="10652917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54AD91-BBB0-4BED-BDB9-68A6CA3B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EQUIPMENT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74CCB-40EE-439B-92A8-6D228D89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毎日の所作を整える、洗面と玄関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B4008-4FCD-4847-92E9-2C28F9A1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02092-C4EC-4632-AC39-FE891B06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66C09-FF4A-4EBD-A285-E2941418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155a344654cb9"/>
          <a:srcRect xmlns:a="http://schemas.openxmlformats.org/drawingml/2006/main" l="0" t="16905" r="0" b="16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543050"/>
            <a:ext cx="5429250" cy="314325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312b657bf4838"/>
          <a:srcRect xmlns:a="http://schemas.openxmlformats.org/drawingml/2006/main" l="9005" t="0" r="90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543050"/>
            <a:ext cx="5429250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00F8F-BFD0-4172-88B9-25083E1A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WASHROOM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371E8-7ED5-4A47-8F90-EB675F05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TOTO オクターブLite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189D4-0E00-41A6-9311-E2578B3A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81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三面鏡収納・お掃除ラクラク水栓・LED照明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B4890-DC85-4D86-8554-C4F60B6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ENTRANCE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D6229-FF6D-449A-AC2E-DF69EA12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1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LIXIL ジエスタ2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45845-D901-42EF-8474-EAB71243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81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断熱玄関ドア・電池錠・シリンダー一体型ハンドル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EA717-D5BC-4904-9A87-E0C2085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※掲載写真はメーカー公式の代表イメージ。実際の品番・色・仕様は仕様書を優先します。</a:t>
            </a:r>
          </a:p>
        </p:txBody>
      </p:sp>
    </p:spTree>
    <p:extLst>
      <p:ext uri="{BB962C8B-B14F-4D97-AF65-F5344CB8AC3E}">
        <p14:creationId xmlns:p14="http://schemas.microsoft.com/office/powerpoint/2010/main" val="156992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3F003B-7268-47A9-B34F-CE715678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10AE0-247B-4E3D-8C33-6D733333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2駅2路線と、日常の施設が身近に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6C0C9-5D26-4DE7-8ED7-A24331C7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6B7F8B-FE0B-43E1-BCB8-3EEAA278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E8559-BA7A-4271-9296-82B4AF90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D912F-6B03-46C4-B481-159C9A8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6875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75C3A-5576-4973-957E-FA96192D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交通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3E376-50EB-4D70-953D-6C475B19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694716-039A-4257-A79A-0A69143D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朝霞台駅｜東武東上線</a:t>
            </a:r>
          </a:p>
          <a:p xmlns:a="http://schemas.openxmlformats.org/drawingml/2006/main">
            <a:pPr algn="l">
              <a:def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北朝霞駅｜JR武蔵野線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08373-42C3-4C71-AC91-F7DBE956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徒歩分数は販売資料で要確認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65E83-E137-429D-97DC-6C3EE872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66875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930EA-4A3A-46BA-A24D-C36FFFB4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買い物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11E68-E5B4-497A-8140-39C3C8DF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622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31B11-83AC-4104-83E0-F5F3B69D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スーパーみらべる 北朝霞店</a:t>
            </a:r>
          </a:p>
          <a:p xmlns:a="http://schemas.openxmlformats.org/drawingml/2006/main">
            <a:pPr algn="l">
              <a:def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浜崎エリアの生活利便施設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3F57F-53D1-4A6F-85FB-0A5B3570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338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各施設までの距離は要確認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35E2D-6059-4B76-9480-25044506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66875"/>
            <a:ext cx="3429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CD4C5-7D90-4737-B0C7-B86D25ED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学校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B209B-F96C-4AD6-AE34-32F3E67A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F4E28-CB9D-46AA-89EE-31DF70E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62250"/>
            <a:ext cx="2895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朝霞第七小学校</a:t>
            </a:r>
          </a:p>
          <a:p xmlns:a="http://schemas.openxmlformats.org/drawingml/2006/main">
            <a:pPr algn="l">
              <a:def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朝霞第二中学校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E92B1-1595-43D2-B7FD-21B1BFEF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338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朝霞市公式の通学区域に基づく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83CE1-D3A0-4B97-B01E-BB2A7C00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721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所在地｜埼玉県朝霞市浜崎3丁目17-56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F28FB-BE70-441E-B3C1-CDB89C0B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007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※所要時間・距離・営業状況は現地および最新情報をご確認ください。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4178144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C8516-B358-4FD2-90F1-AEEDE344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PROPERTY FACTS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AFEF1-9FA6-4DAC-B181-3CB9F66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物件概要を、1ページに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09715-93E0-4282-B3C9-89719217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5448C-28DD-4ED0-ACA1-713DCB98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3D054-292C-405A-91B0-F8F7BA9B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E14B9-2DC8-469C-B1C5-DC253B45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販売価格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DC7C6-5CFF-41C5-AE0C-D2D2AE53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24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要確認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7CD3B-6FE2-486C-AE81-40B15AE6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145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940A1-9079-47E6-B54C-6CF43964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敷地面積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B2AB4-0F56-49AB-984D-16E2E42D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82.64 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AE975-3D73-4EC8-B78F-F6F8D13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145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7C4382-F14D-4EAD-96A5-2BD23D74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延べ床面積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1ACA3-C9DF-4E62-9B68-4B09AFAE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120.47 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962AB-3E31-46A9-B2E8-23163D4D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1432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6EE8DD-10F7-4703-B5E7-C869AF2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908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容積率対象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84EC4-2548-4E4F-8715-96811F9F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99.36 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10535-3E6D-49C0-AEFD-0A858FB1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D6862-96B2-40C3-BC55-ACF65029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構造・階数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2B8719-2461-41B8-AF75-31BE876D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81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木造・地上3階建て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85B02-DFCD-46C3-BEB9-0B441D25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74E8A-5B3A-4462-AFD3-A0CCA7CD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間取り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115BE-E991-4428-8DBB-BD74B990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3LDK相当＋6帖納戸＋車庫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345529-7242-48A3-B144-C4427B3D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719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E1FF0F-DF5C-45C5-88E2-A988885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48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駐車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2C5CF-1E30-4451-A952-B4956C37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10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ビルトインガレージ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F9B92E-50F8-4302-83DD-FEF008CC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006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10F0D7-5AE8-4CCD-A170-BBD6D880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482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完成予定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24D3E1-FE5B-4A74-942A-FEE598A3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10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要確認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EB5688-7BF1-4717-BF0E-0FE3BC4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006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D236CB-700C-45CB-86C4-8893A256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所在地｜埼玉県朝霞市浜崎3丁目17-56　　図面基準日｜2026年7月9日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A9B60E-A418-4F61-BB1B-B4F8D07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67425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※面積は配置図記載値。延べ床面積には車庫部分を含みます。価格・完成予定は販売担当者へご確認ください。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20634165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B1B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25A65B-1E7F-4A45-9EC5-B96DE61C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INFORMATION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04123-EF0A-4E8E-BED6-D47B11B7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お問い合わせ・現地ご案内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8F313-B4B6-4BB3-AB87-73D04DAC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1135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E5E67-A24F-44C5-B04E-12B7C9A3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579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ASAKA HAMAZAKI 3-CHOME /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58E07-4212-4C5D-8767-6DD6F47A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970A2-74B8-470B-AB80-03BEEB74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現地案内図（概略）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8C34A-BE0D-4609-B64E-939037FB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B5D56-6EB5-40AB-A9EB-4CB7F1DA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561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5D6D1-407F-4EF8-A629-FEF3A9BA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1333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491CE-425B-4DB7-ABD8-42FD0C80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86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2B4A8-9E6B-4EEC-ACF3-371557A1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48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3A0A8-D9F2-47A4-AFF7-564D837F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6F005-D565-4DF8-95D8-86B88CBF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3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BE942-B13A-442E-9501-7BEB7BE5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朝霞台駅</a:t>
            </a:r>
          </a:p>
          <a:p xmlns:a="http://schemas.openxmlformats.org/drawingml/2006/main">
            <a:pPr algn="l">
              <a:def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東武東上線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887F4-1187-49D4-9BA1-191A2081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338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北朝霞駅</a:t>
            </a:r>
          </a:p>
          <a:p xmlns:a="http://schemas.openxmlformats.org/drawingml/2006/main">
            <a:pPr algn="l">
              <a:def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JR武蔵野線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A5F36-7185-47EC-9F02-ACC63546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朝霞第七小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6BBDF-D089-4098-9EA7-457F842A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62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現地</a:t>
            </a:r>
          </a:p>
          <a:p xmlns:a="http://schemas.openxmlformats.org/drawingml/2006/main">
            <a:pPr algn="l">
              <a:defRPr sz="12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浜崎3丁目17-56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405D0-CC33-4F51-BD28-303B8B69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スーパーみらべる</a:t>
            </a:r>
          </a:p>
          <a:p xmlns:a="http://schemas.openxmlformats.org/drawingml/2006/main">
            <a:pPr algn="l">
              <a:defRPr sz="10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北朝霞店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AE102-2101-4358-94B2-1843994F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57875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※位置関係を示す概略図です。正確な経路は地図アプリ等でご確認ください。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4F0E29-228B-4FC4-B46D-9919449C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A98F73"/>
                </a:solidFill>
                <a:latin typeface="Arial Unicode MS"/>
                <a:ea typeface="Arial Unicode MS"/>
                <a:cs typeface="Arial Unicode MS"/>
              </a:rPr>
              <a:t>CONTACT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4CDC3-E435-4571-A123-EB9DA104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販売窓口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32F266-557E-4872-97A7-DFAA5A7E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要確認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D1095-5FC3-4676-B0D0-021F6C5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082953-21E4-4587-AE49-5259A176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TEL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42E72E-F85E-4585-B227-2D405019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956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要確認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0DCF81-5D18-4EC1-BD79-662138A6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05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担当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F905BB-573B-421D-A0FB-69018ADB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67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要確認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495849-8023-408E-8B2B-9474CF6B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ご内覧・資金計画・仕様確認など、</a:t>
            </a:r>
          </a:p>
          <a:p xmlns:a="http://schemas.openxmlformats.org/drawingml/2006/main">
            <a:pPr algn="l">
              <a:def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EEEAE2"/>
                </a:solidFill>
                <a:latin typeface="Arial Unicode MS"/>
                <a:ea typeface="Arial Unicode MS"/>
                <a:cs typeface="Arial Unicode MS"/>
              </a:rPr>
              <a:t>お気軽に販売担当者へお申し付けください。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E9C03F-9C74-49EB-87F7-00EA6D6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483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A9A59E"/>
                </a:solidFill>
                <a:latin typeface="Arial Unicode MS"/>
                <a:ea typeface="Arial Unicode MS"/>
                <a:cs typeface="Arial Unicode MS"/>
              </a:rPr>
              <a:t>本資料は図面・仕様書を基に作成した提案資料です。図面と現況が異なる場合は現況を優先します。</a:t>
            </a:r>
          </a:p>
        </p:txBody>
      </p:sp>
    </p:spTree>
    <p:extLst>
      <p:ext uri="{BB962C8B-B14F-4D97-AF65-F5344CB8AC3E}">
        <p14:creationId xmlns:p14="http://schemas.microsoft.com/office/powerpoint/2010/main" val="181445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2026-07-13T09:04:08.3940000Z</dcterms:created>
  <dcterms:modified xsi:type="dcterms:W3CDTF">2026-07-13T09:04:08.3940000Z</dcterms:modified>
</coreProperties>
</file>